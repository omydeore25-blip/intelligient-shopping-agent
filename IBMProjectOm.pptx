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6" r:id="rId7"/>
    <p:sldId id="297" r:id="rId8"/>
    <p:sldId id="299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10" r:id="rId17"/>
    <p:sldId id="311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620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mydeore25-blip/intelligient-shopping-agent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026026830"/>
              </p:ext>
            </p:extLst>
          </p:nvPr>
        </p:nvGraphicFramePr>
        <p:xfrm>
          <a:off x="1190911" y="2589805"/>
          <a:ext cx="9810178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56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1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1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/>
                        <a:t>Om Yashwant Deore</a:t>
                      </a:r>
                      <a:endParaRPr sz="2000" b="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omydeore25@gmail.com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9226899760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/>
          <a:srcRect/>
          <a:stretch/>
        </p:blipFill>
        <p:spPr>
          <a:xfrm>
            <a:off x="4053024" y="3768582"/>
            <a:ext cx="762500" cy="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Lifestyle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 </a:t>
            </a:r>
            <a:r>
              <a:rPr lang="en-US" sz="2400" b="1" dirty="0">
                <a:highlight>
                  <a:srgbClr val="FFFF00"/>
                </a:highlight>
              </a:rPr>
              <a:t>Intelligent Shopping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: Intelligent Shopping Agent </a:t>
            </a:r>
          </a:p>
          <a:p>
            <a:pPr fontAlgn="base"/>
            <a:r>
              <a:rPr lang="en-US" sz="2000" dirty="0"/>
              <a:t>The Challenge Shoppers today face an overload of product options, scattered reviews, and dynamic pricing across e-commerce platforms. Finding the right product that balances price, quality, and personal preferences is time-consuming and frustrating. Traditional recommendation systems often fail to capture real-time trends, personalized needs, or contextual factors like urgency, budget, or sustainability. The challenge is not just to recommend products but to act as a smart shopping companion that helps buyers make informed and confident decisions. </a:t>
            </a:r>
          </a:p>
          <a:p>
            <a:pPr fontAlgn="base"/>
            <a:r>
              <a:rPr lang="en-US" sz="2000" b="1" dirty="0"/>
              <a:t>The </a:t>
            </a:r>
            <a:r>
              <a:rPr lang="en-US" sz="2000" b="1" dirty="0" err="1"/>
              <a:t>Objective:</a:t>
            </a:r>
            <a:r>
              <a:rPr lang="en-US" sz="2000" dirty="0" err="1"/>
              <a:t>Build</a:t>
            </a:r>
            <a:r>
              <a:rPr lang="en-US" sz="2000" dirty="0"/>
              <a:t> an agentic AI shopping assistant that provides intelligent, personalized, and real-time support. The solution should: 1. Fuse Multisource Data: Aggregate product details, reviews, ratings, and price comparisons across multiple e-commerce sites into unified insights. 2. Enable Multimodal Search: Allow users to input voice queries, images (e.g., a photo of a product), or text descriptions to find best-matching products. 3. Create a Predictive &amp; Agentic Layer: Suggest purchase timing (e.g., discounts, seasonal offers), recommend alternatives, and alert users about price drops or fake reviews. 4. Visualize Smart Shopping Pulse: Provide a dashboard summarizing comparisons, sustainability scores, trending products, and personalized shopping lists. 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90334" y="1165753"/>
            <a:ext cx="114113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Proposed Solution: AI-Powered Intelligent Shopping Agent</a:t>
            </a:r>
          </a:p>
          <a:p>
            <a:r>
              <a:rPr lang="en-US" sz="1800" dirty="0"/>
              <a:t>The proposed solution is a </a:t>
            </a:r>
            <a:r>
              <a:rPr lang="en-US" sz="1800" b="1" dirty="0"/>
              <a:t>multi-agent AI-powered Intelligent Shopping Agent</a:t>
            </a:r>
            <a:r>
              <a:rPr lang="en-US" sz="1800" dirty="0"/>
              <a:t> built using </a:t>
            </a:r>
            <a:r>
              <a:rPr lang="en-US" sz="1800" b="1" dirty="0"/>
              <a:t>IBM </a:t>
            </a:r>
            <a:r>
              <a:rPr lang="en-US" sz="1800" b="1" dirty="0" err="1"/>
              <a:t>watsonx</a:t>
            </a:r>
            <a:r>
              <a:rPr lang="en-US" sz="1800" b="1" dirty="0"/>
              <a:t> Orchestrate, IBM watsonx.ai, and Granite Models</a:t>
            </a:r>
            <a:r>
              <a:rPr lang="en-US" sz="1800" dirty="0"/>
              <a:t> to provide personalized, real-time shopping assistance. The system addresses challenges such as product overload, scattered reviews, price fluctuations, and difficulty in making informed purchase decisions through an intelligent, modular architecture.</a:t>
            </a:r>
          </a:p>
          <a:p>
            <a:r>
              <a:rPr lang="en-US" sz="1800" dirty="0"/>
              <a:t>At its core, the solution uses a </a:t>
            </a:r>
            <a:r>
              <a:rPr lang="en-US" sz="1800" b="1" dirty="0"/>
              <a:t>Retrieval-Augmented Generation (RAG)</a:t>
            </a:r>
            <a:r>
              <a:rPr lang="en-US" sz="1800" dirty="0"/>
              <a:t> pipeline to fetch accurate and up-to-date product information from trusted e-commerce platforms, manufacturer websites, and review sources. Product specifications, customer reviews, ratings, pricing, and availability are embedded and stored in a </a:t>
            </a:r>
            <a:r>
              <a:rPr lang="en-US" sz="1800" b="1" dirty="0"/>
              <a:t>vector database</a:t>
            </a:r>
            <a:r>
              <a:rPr lang="en-US" sz="1800" dirty="0"/>
              <a:t>, enabling the system to retrieve, compare, and summarize relevant product insights using </a:t>
            </a:r>
            <a:r>
              <a:rPr lang="en-US" sz="1800" b="1" dirty="0"/>
              <a:t>Granite models</a:t>
            </a:r>
            <a:r>
              <a:rPr lang="en-US" sz="1800" dirty="0"/>
              <a:t>.</a:t>
            </a:r>
          </a:p>
          <a:p>
            <a:r>
              <a:rPr lang="en-US" sz="1800" dirty="0"/>
              <a:t>The system consists of four key agents: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Product Discovery Agent</a:t>
            </a:r>
            <a:r>
              <a:rPr lang="en-US" sz="1800" dirty="0"/>
              <a:t> retrieves and summarizes product details, specifications, reviews, and ratings using the RAG pipeline, helping users quickly understand available options.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Comparison &amp; Purchase Advisor Agent</a:t>
            </a:r>
            <a:r>
              <a:rPr lang="en-US" sz="1800" dirty="0"/>
              <a:t> compares shortlisted products based on price, features, quality, customer sentiment, warranty, and value for money, then provides a final buying recommendation with clear reasoning. </a:t>
            </a:r>
          </a:p>
          <a:p>
            <a:r>
              <a:rPr lang="en-US" sz="1800" dirty="0"/>
              <a:t>The solution includes a </a:t>
            </a:r>
            <a:r>
              <a:rPr lang="en-US" sz="1800" b="1" dirty="0"/>
              <a:t>user-friendly dashboard</a:t>
            </a:r>
            <a:r>
              <a:rPr lang="en-US" sz="1800" dirty="0"/>
              <a:t> (built with </a:t>
            </a:r>
            <a:r>
              <a:rPr lang="en-US" sz="1800" b="1" dirty="0"/>
              <a:t>React or </a:t>
            </a:r>
            <a:r>
              <a:rPr lang="en-US" sz="1800" b="1" dirty="0" err="1"/>
              <a:t>Streamlit</a:t>
            </a:r>
            <a:r>
              <a:rPr lang="en-US" sz="1800" dirty="0"/>
              <a:t>) where users can search products, compare multiple options, track price history, save </a:t>
            </a:r>
            <a:r>
              <a:rPr lang="en-US" sz="1800" dirty="0" err="1"/>
              <a:t>wishlists</a:t>
            </a:r>
            <a:r>
              <a:rPr lang="en-US" sz="1800" dirty="0"/>
              <a:t>, receive personalized deal notifications, and monitor their shopping preferences.</a:t>
            </a:r>
          </a:p>
          <a:p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64760"/>
            <a:ext cx="9217740" cy="57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5" y="400546"/>
            <a:ext cx="11145396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Agentic AI</a:t>
            </a:r>
            <a:r>
              <a:rPr lang="en-US" dirty="0"/>
              <a:t> is the core intelligence behind the </a:t>
            </a:r>
            <a:r>
              <a:rPr lang="en-US" b="1" dirty="0"/>
              <a:t>Intelligent Shopping Agent</a:t>
            </a:r>
            <a:r>
              <a:rPr lang="en-US" dirty="0"/>
              <a:t>, enabling the system to make autonomous decisions, coordinate multiple specialized agents, and deliver personalized shopping assistance with minimal user effort. Instead of acting as a simple chatbot, Agentic AI plans tasks, gathers information from multiple sources, reasons over the data, and provides actionable recommendations.</a:t>
            </a:r>
          </a:p>
          <a:p>
            <a:r>
              <a:rPr lang="en-US" dirty="0"/>
              <a:t>Its key roles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Autonomous Task Execution:</a:t>
            </a:r>
            <a:r>
              <a:rPr lang="en-US" dirty="0"/>
              <a:t> Automatically searches products, gathers specifications, reviews, ratings, and pricing information from multiple trusted sources without requiring multiple user queries.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Multi-Agent Collaboration:</a:t>
            </a:r>
            <a:r>
              <a:rPr lang="en-US" dirty="0"/>
              <a:t> Coordinates specialized agents such as the Product Discovery Agent, Recommendation Agent, Price &amp; Deal Intelligence Agent, and Comparison &amp; Purchase Advisor Agent to complete complex shopping tasks.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Personalized Recommendations:</a:t>
            </a:r>
            <a:r>
              <a:rPr lang="en-US" dirty="0"/>
              <a:t> Understands user preferences, budget, purchase history, and shopping goals to recommend the most suitable products.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Intelligent Product Comparison:</a:t>
            </a:r>
            <a:r>
              <a:rPr lang="en-US" dirty="0"/>
              <a:t> Analyses features, customer reviews, warranties, and value for money to generate unbiased product comparisons and final purchase suggestions.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Price Monitoring:</a:t>
            </a:r>
            <a:r>
              <a:rPr lang="en-US" dirty="0"/>
              <a:t> Continuously tracks price changes, discounts, cashback offers, and coupons, notifying users when the best buying opportunity is available.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Context-Aware Decision Making:</a:t>
            </a:r>
            <a:r>
              <a:rPr lang="en-US" dirty="0"/>
              <a:t> Considers multiple factors such as urgency, budget, brand preference, sustainability, and product availability before making recommendations.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and Adaptation:</a:t>
            </a:r>
            <a:r>
              <a:rPr lang="en-US" dirty="0"/>
              <a:t> Learns from user interactions and feedback to improve future recommendations and personalize the shopping experience over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Explainable AI:</a:t>
            </a:r>
            <a:r>
              <a:rPr lang="en-US" dirty="0"/>
              <a:t> Provides transparent explanations for why a particular product is recommended, increasing user trust and confidence in purchase decisions.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508" y="885593"/>
            <a:ext cx="10929147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615" y="1004536"/>
            <a:ext cx="10245615" cy="52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257" y="800029"/>
            <a:ext cx="10577486" cy="5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22E58-7F03-1483-CC28-D2D6ADD31166}"/>
              </a:ext>
            </a:extLst>
          </p:cNvPr>
          <p:cNvSpPr txBox="1"/>
          <p:nvPr/>
        </p:nvSpPr>
        <p:spPr>
          <a:xfrm>
            <a:off x="777240" y="1145628"/>
            <a:ext cx="97436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AI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specialized AI agents that work together for product search, recommendations, price tracking, and comparison.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RAG-Based Intelligence: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Retrieves real-time product information, reviews, and prices from trusted sources for accurate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Shopping: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Suggests products based on user preferences, budget, and shopping history.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Price Tracking: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Monitors discounts, coupons, cashback offers, and price drops across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Clearly explains why a product is recommended, improving user trust.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AI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watsonx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Orchestrate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watsonx.ai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Granite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scalable, secure, and intelligent shopping assistance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428750" y="1153712"/>
            <a:ext cx="9004554" cy="297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GitHub Repository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D4631-E64E-EBA1-E644-3B45E4E02B37}"/>
              </a:ext>
            </a:extLst>
          </p:cNvPr>
          <p:cNvSpPr txBox="1"/>
          <p:nvPr/>
        </p:nvSpPr>
        <p:spPr>
          <a:xfrm>
            <a:off x="1304925" y="1359283"/>
            <a:ext cx="95249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Voice-Based Shopping Assistant </a:t>
            </a:r>
            <a:r>
              <a:rPr lang="en-US" sz="1800" dirty="0"/>
              <a:t>for hands-free product search and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AR/VR Product Visualization </a:t>
            </a:r>
            <a:r>
              <a:rPr lang="en-US" sz="1800" dirty="0"/>
              <a:t>to let users virtually try products before purchasing.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AI Budget &amp; Expense Planner </a:t>
            </a:r>
            <a:r>
              <a:rPr lang="en-US" sz="1800" dirty="0"/>
              <a:t>to recommend products based on spending habits and monthly budgets.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Global Multi-Language Support </a:t>
            </a:r>
            <a:r>
              <a:rPr lang="en-US" sz="1800" dirty="0"/>
              <a:t>for users across different regions and languages.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Cross-Platform Price Tracking </a:t>
            </a:r>
            <a:r>
              <a:rPr lang="en-US" sz="1800" dirty="0"/>
              <a:t>with instant alerts for discounts, coupons, and cashback offers.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Sustainability Recommendations </a:t>
            </a:r>
            <a:r>
              <a:rPr lang="en-US" sz="1800" dirty="0"/>
              <a:t>by suggesting eco-friendly and energy-efficient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Blockchain-Based Product Verification </a:t>
            </a:r>
            <a:r>
              <a:rPr lang="en-US" sz="1800" dirty="0"/>
              <a:t>to detect counterfeit products and ensure authenticity.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Predictive Shopping</a:t>
            </a:r>
            <a:r>
              <a:rPr lang="en-US" sz="1800" dirty="0"/>
              <a:t> using AI to anticipate future needs and recommend products before users search for them.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Continuous Learning</a:t>
            </a:r>
            <a:r>
              <a:rPr lang="en-US" sz="1800" dirty="0"/>
              <a:t> from user preferences and feedback to deliver increasingly accurate, </a:t>
            </a:r>
            <a:r>
              <a:rPr lang="en-US" sz="1800" dirty="0" err="1"/>
              <a:t>personalised</a:t>
            </a:r>
            <a:r>
              <a:rPr lang="en-US" sz="1800" dirty="0"/>
              <a:t> recommendations.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9148" y="981079"/>
            <a:ext cx="6970976" cy="5158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80BB7-078B-B0E5-1D96-1CA8BD7998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5"/>
          <a:stretch/>
        </p:blipFill>
        <p:spPr>
          <a:xfrm>
            <a:off x="2114549" y="884488"/>
            <a:ext cx="7258051" cy="53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02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A8B4C-D051-99AD-340A-8508EA0B4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28" y="1044452"/>
            <a:ext cx="7645793" cy="47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23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B9D06-5B4E-9469-36A0-08064D673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980" y="1015894"/>
            <a:ext cx="7648745" cy="476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1289</Words>
  <Application>Microsoft Office PowerPoint</Application>
  <PresentationFormat>Widescreen</PresentationFormat>
  <Paragraphs>96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Om Deore</cp:lastModifiedBy>
  <cp:revision>4</cp:revision>
  <dcterms:created xsi:type="dcterms:W3CDTF">2025-07-08T05:06:56Z</dcterms:created>
  <dcterms:modified xsi:type="dcterms:W3CDTF">2026-07-29T19:02:04Z</dcterms:modified>
</cp:coreProperties>
</file>